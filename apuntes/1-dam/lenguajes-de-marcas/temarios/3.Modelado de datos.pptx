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a1c852a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1a1c852a5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s-ES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de datos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b="0" i="0" lang="es-E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Esteban Álvarez</a:t>
            </a:r>
            <a:endParaRPr b="0" i="0" sz="3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se basa en un modelo contenedor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etiqueta XML contiene texto u otras etiquetas XML llamadas hijas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etiquetas XML contienen ambos: texto y nodos hijos. Es lo que se llama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contenido mixto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embargo, en documentos complejos, se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 evitar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contenido mixto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 hora de hacer un XML hay que preguntarse: ¿</a:t>
            </a:r>
            <a:r>
              <a:rPr b="1"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contiene qué</a:t>
            </a: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a ver el proceso de modelado XML con la liga de beisbol americana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etiqueta principal será la </a:t>
            </a:r>
            <a:r>
              <a:rPr b="1"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temporada</a:t>
            </a:r>
            <a:r>
              <a:rPr b="0" i="0" lang="es-E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E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(season)</a:t>
            </a:r>
            <a:r>
              <a:rPr b="0" i="0" lang="es-E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Seasons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 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leagues.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Leagues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divisions.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Divisions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teams.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 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players.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Players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tienen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statistics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incluyendo 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games played, bats, runs, hits, doubles, triples, home runs, runs batted in, walks, and hits by pitch.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primero será poner la declaración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documento XML tiene que tener un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 raíz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raíz será el padre de todas las etiquetas del documento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 ejemplo, utilizaremos SEASON. El resultado sería algo así: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1674325"/>
            <a:ext cx="288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9925" y="5411098"/>
            <a:ext cx="3915900" cy="11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el código anterior, ¿cuántas temporadas podemos almacenar en ese XML?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070882"/>
            <a:ext cx="82296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el código anterior, ¿cuántas temporadas podemos almacenar en ese XML?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E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SÓLO 1 TEMPORADA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solucionarlo, debemos añadir un elemento raíz que contiene temporadas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nombre le pondrías?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posible solución: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el problema es que tenemos dos nodos SEASON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diferenciar las temporadas, debemos añadir a las dos un nodo YEAR que indica el año de la temporada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2102" y="1714500"/>
            <a:ext cx="2888081" cy="176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MLB está dividida en dos ligas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Liga Americana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Liga Nacional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liga tiene un nombre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 codificas en XML?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16728"/>
            <a:ext cx="7597612" cy="322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nombre de la liga está identificado por </a:t>
            </a:r>
            <a:endParaRPr/>
          </a:p>
          <a:p>
            <a:pPr indent="45720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“LEAGUE _NAME”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 no usar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“NAME” ?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liga se divide en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East, West,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divisions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494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valor real de una etiqueta depende de su padre</a:t>
            </a:r>
            <a:r>
              <a:rPr b="0" i="0" lang="es-E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American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Leagues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tienen una división East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Pero no es la misma división al tener padres diferentes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053" y="1070882"/>
            <a:ext cx="6689835" cy="338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división está dividida en equipos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equipo tiene un nombre y una ciudad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-35848" r="-35848" t="0"/>
          <a:stretch/>
        </p:blipFill>
        <p:spPr>
          <a:xfrm>
            <a:off x="457200" y="1071563"/>
            <a:ext cx="8229600" cy="55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compuesto de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players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name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name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importante separar nombre de apellido para poder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ordenar o filtrar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datos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-38755" r="-38755" t="0"/>
          <a:stretch/>
        </p:blipFill>
        <p:spPr>
          <a:xfrm>
            <a:off x="457200" y="1071563"/>
            <a:ext cx="8229600" cy="55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 XML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457200" y="1070882"/>
            <a:ext cx="3256966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siguiente es modelar las estadísticas de cada jugador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6184" y="1092226"/>
            <a:ext cx="4503564" cy="170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166" y="2772072"/>
            <a:ext cx="5151386" cy="3743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