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eba083f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eba083f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oogle.com/url?sa=t&amp;rct=j&amp;q=&amp;esrc=s&amp;source=web&amp;cd=7&amp;ved=0ahUKEwiR1LOt9sHJAhWIORoKHTSSCtUQFghIMAY&amp;url=http%3A%2F%2Fwww.iso27001security.com%2FISO27k_Model_policy_on_outsourcing.docx&amp;usg=AFQjCNFhUetYwz4cPBlKghwZHqx2PQAsBA&amp;sig2=Hg0FkHGseS6RFbZUUpq1Eg&amp;bvm=bv.108538919,d.d2s&amp;cad=rja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tr-TR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 a</a:t>
            </a:r>
            <a:r>
              <a:rPr b="0" i="0" lang="tr-TR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XML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</a:pPr>
            <a:r>
              <a:rPr b="0" i="0" lang="tr-TR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Esteban Álvarez</a:t>
            </a:r>
            <a:endParaRPr b="0" i="0" sz="3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es </a:t>
            </a:r>
            <a:r>
              <a:rPr b="1" i="0" lang="tr-TR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XML?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</a:t>
            </a: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viene de</a:t>
            </a:r>
            <a:r>
              <a:rPr b="0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b="1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tensible </a:t>
            </a:r>
            <a:r>
              <a:rPr b="1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arkup </a:t>
            </a:r>
            <a:r>
              <a:rPr b="1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anguage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</a:t>
            </a:r>
            <a:r>
              <a:rPr b="1"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meta-lenguaje de marcas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 solo otro lenguaje de macas como HTML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XML se pueden </a:t>
            </a:r>
            <a:r>
              <a:rPr b="1"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etiquetas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según se necesite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etiquetas creadas se pueden documentar en un DTD (Document Type Definition)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079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es XML?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describe estructura y semántica, no formato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ejemplo, en HTML se puede definir una canción en una lista</a:t>
            </a:r>
            <a:endParaRPr/>
          </a:p>
          <a:p>
            <a:pPr indent="-762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Ninguna de estas etiquetas tiene nada que ver con música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157" y="3089506"/>
            <a:ext cx="7307201" cy="225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es XML?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describe estructura y semántica, no formato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equivalente en XML podría ser el siguiente</a:t>
            </a: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368" y="3260869"/>
            <a:ext cx="5715060" cy="289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Ventajas de</a:t>
            </a:r>
            <a:r>
              <a:rPr b="1" i="0" lang="tr-TR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documentos de marcas adaptados al </a:t>
            </a:r>
            <a:r>
              <a:rPr b="1"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sector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2" marL="1143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permite a cada 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profesion (música, química, recursos humanos) desarrollar su propio lenguaje de marcas específico.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Autodescriptivo</a:t>
            </a:r>
            <a:endParaRPr b="1"/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tr-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Imagínate que eres un arqueólogo de la información en el siglo 30 y te encuentras con este código: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5153" y="4829785"/>
            <a:ext cx="3521700" cy="17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Ventajas de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Intercambio </a:t>
            </a: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ha diseñado para ser extremadamente potente y, al mismo tiempo, fácil de trabajar tanto para las personas como para los ordenadores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</a:t>
            </a:r>
            <a:r>
              <a:rPr b="1"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integrados y estructurados</a:t>
            </a:r>
            <a:endParaRPr b="1"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es ideal para documentos largos y complejos porque lo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datos están estructurados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 un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tr-T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Editores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documentos XML se suelen crear con un editor</a:t>
            </a: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tr-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ser básico como un bloc de notas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tr-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muy complejo, incluso de tipo</a:t>
            </a:r>
            <a:r>
              <a:rPr b="0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WYSIWYG</a:t>
            </a:r>
            <a:endParaRPr/>
          </a:p>
          <a:p>
            <a:pPr indent="-762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en internet información sobre algún editor XML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 un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Analizadores y procesadores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analizador XML (o procesador XML) lee el documento y verifica si el XML está </a:t>
            </a:r>
            <a:r>
              <a:rPr b="1"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bien formado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puede chequear si es </a:t>
            </a:r>
            <a:r>
              <a:rPr b="1"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válido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aunque no es obligatorio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Posteriormente veremos cuando un documento está bien formado y/o es válido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 un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Arial"/>
              <a:buChar char="•"/>
            </a:pPr>
            <a:r>
              <a:rPr b="1" lang="tr-TR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Navegadores y otras aplicaciones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tr-T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Finalmente, el procesador pasa la información a la aplicación final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tr-T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esta aplicación es un navegador web, formateará la información para mostrarla a l usuario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–"/>
            </a:pPr>
            <a:r>
              <a:rPr lang="tr-T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hay otros programas que pueden trabajar con XML: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tr-T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Base de Datos XML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tr-T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reproductor MIDI puede ver un XML como un conjunto de notas para reproducir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tr-T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hoja de cálculo como un conjunto de fórmulas y datos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457200" y="274638"/>
            <a:ext cx="8229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 un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457200" y="1070882"/>
            <a:ext cx="82296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Ejercicio.</a:t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AutoNum type="arabicPeriod"/>
            </a:pPr>
            <a:r>
              <a:rPr lang="tr-TR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 un documento de word con extensión .docx</a:t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9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Enlace a documento</a:t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AutoNum type="arabicPeriod"/>
            </a:pPr>
            <a:r>
              <a:rPr lang="tr-TR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Cambia su extensión a .zip</a:t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AutoNum type="arabicPeriod"/>
            </a:pPr>
            <a:r>
              <a:rPr lang="tr-TR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Descomprímelo</a:t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AutoNum type="arabicPeriod"/>
            </a:pPr>
            <a:r>
              <a:rPr lang="tr-TR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la carpeta word y revisa los documentos que hay dentro</a:t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 un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85672" l="0" r="0" t="-85672"/>
          <a:stretch/>
        </p:blipFill>
        <p:spPr>
          <a:xfrm>
            <a:off x="457200" y="1071563"/>
            <a:ext cx="8229600" cy="55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tr-TR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relacionadas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Alrededor de XML hay varias tecnologías y standards: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Se puede utilizar para mostrar información XML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XSL</a:t>
            </a: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modifican la apariencia y los datos de los documentos XML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  <a:r>
              <a:rPr b="0" i="0" lang="tr-T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mostrar localizaciones y enlaces a otros documentos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