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633bcdda2a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633bcdda2a_2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1pPr>
            <a:lvl2pPr indent="-88900" lvl="1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indent="0" lvl="1" marL="457200" marR="0" rtl="0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2pPr>
            <a:lvl3pPr indent="0" lvl="2" marL="914400" marR="0" rtl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3pPr>
            <a:lvl4pPr indent="0" lvl="3" marL="13716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4pPr>
            <a:lvl5pPr indent="0" lvl="4" marL="18288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5pPr>
            <a:lvl6pPr indent="0" lvl="5" marL="22860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6pPr>
            <a:lvl7pPr indent="0" lvl="6" marL="27432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7pPr>
            <a:lvl8pPr indent="0" lvl="7" marL="32004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8pPr>
            <a:lvl9pPr indent="0" lvl="8" marL="36576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/>
            </a:lvl1pPr>
            <a:lvl2pPr indent="0" lvl="1" marL="0" marR="0" rtl="0" algn="r">
              <a:buNone/>
              <a:defRPr/>
            </a:lvl2pPr>
            <a:lvl3pPr indent="0" lvl="2" marL="0" marR="0" rtl="0" algn="r">
              <a:buNone/>
              <a:defRPr/>
            </a:lvl3pPr>
            <a:lvl4pPr indent="0" lvl="3" marL="0" marR="0" rtl="0" algn="r">
              <a:buNone/>
              <a:defRPr/>
            </a:lvl4pPr>
            <a:lvl5pPr indent="0" lvl="4" marL="0" marR="0" rtl="0" algn="r">
              <a:buNone/>
              <a:defRPr/>
            </a:lvl5pPr>
            <a:lvl6pPr indent="0" lvl="5" marL="0" marR="0" rtl="0" algn="r">
              <a:buNone/>
              <a:defRPr/>
            </a:lvl6pPr>
            <a:lvl7pPr indent="0" lvl="6" marL="0" marR="0" rtl="0" algn="r">
              <a:buNone/>
              <a:defRPr/>
            </a:lvl7pPr>
            <a:lvl8pPr indent="0" lvl="7" marL="0" marR="0" rtl="0" algn="r">
              <a:buNone/>
              <a:defRPr/>
            </a:lvl8pPr>
            <a:lvl9pPr indent="0" lvl="8" marL="0" marR="0" rtl="0" algn="r">
              <a:buNone/>
              <a:defRPr/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1pPr>
            <a:lvl2pPr indent="-31750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–"/>
              <a:defRPr/>
            </a:lvl2pPr>
            <a:lvl3pPr indent="-317500" lvl="2" marL="13716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3pPr>
            <a:lvl4pPr indent="-317500" lvl="3" marL="1828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–"/>
              <a:defRPr/>
            </a:lvl4pPr>
            <a:lvl5pPr indent="-317500" lvl="4" marL="2286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»"/>
              <a:defRPr/>
            </a:lvl5pPr>
            <a:lvl6pPr indent="-317500" lvl="5" marL="2743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6pPr>
            <a:lvl7pPr indent="-317500" lvl="6" marL="32004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7pPr>
            <a:lvl8pPr indent="-317500" lvl="7" marL="36576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8pPr>
            <a:lvl9pPr indent="-317500" lvl="8" marL="4114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/>
            </a:lvl1pPr>
            <a:lvl2pPr indent="0" lvl="1" marL="0" marR="0" rtl="0" algn="r">
              <a:buNone/>
              <a:defRPr/>
            </a:lvl2pPr>
            <a:lvl3pPr indent="0" lvl="2" marL="0" marR="0" rtl="0" algn="r">
              <a:buNone/>
              <a:defRPr/>
            </a:lvl3pPr>
            <a:lvl4pPr indent="0" lvl="3" marL="0" marR="0" rtl="0" algn="r">
              <a:buNone/>
              <a:defRPr/>
            </a:lvl4pPr>
            <a:lvl5pPr indent="0" lvl="4" marL="0" marR="0" rtl="0" algn="r">
              <a:buNone/>
              <a:defRPr/>
            </a:lvl5pPr>
            <a:lvl6pPr indent="0" lvl="5" marL="0" marR="0" rtl="0" algn="r">
              <a:buNone/>
              <a:defRPr/>
            </a:lvl6pPr>
            <a:lvl7pPr indent="0" lvl="6" marL="0" marR="0" rtl="0" algn="r">
              <a:buNone/>
              <a:defRPr/>
            </a:lvl7pPr>
            <a:lvl8pPr indent="0" lvl="7" marL="0" marR="0" rtl="0" algn="r">
              <a:buNone/>
              <a:defRPr/>
            </a:lvl8pPr>
            <a:lvl9pPr indent="0" lvl="8" marL="0" marR="0" rtl="0" algn="r">
              <a:buNone/>
              <a:defRPr/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indent="-228600" lvl="1" marL="914400" rtl="0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2pPr>
            <a:lvl3pPr indent="-228600" lvl="2" marL="1371600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3pPr>
            <a:lvl4pPr indent="-228600" lvl="3" marL="1828800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4pPr>
            <a:lvl5pPr indent="-228600" lvl="4" marL="2286000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5pPr>
            <a:lvl6pPr indent="-228600" lvl="5" marL="2743200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6pPr>
            <a:lvl7pPr indent="-228600" lvl="6" marL="3200400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7pPr>
            <a:lvl8pPr indent="-228600" lvl="7" marL="3657600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8pPr>
            <a:lvl9pPr indent="-228600" lvl="8" marL="4114800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/>
            </a:lvl1pPr>
            <a:lvl2pPr indent="0" lvl="1" marL="0" marR="0" rtl="0" algn="r">
              <a:buNone/>
              <a:defRPr/>
            </a:lvl2pPr>
            <a:lvl3pPr indent="0" lvl="2" marL="0" marR="0" rtl="0" algn="r">
              <a:buNone/>
              <a:defRPr/>
            </a:lvl3pPr>
            <a:lvl4pPr indent="0" lvl="3" marL="0" marR="0" rtl="0" algn="r">
              <a:buNone/>
              <a:defRPr/>
            </a:lvl4pPr>
            <a:lvl5pPr indent="0" lvl="4" marL="0" marR="0" rtl="0" algn="r">
              <a:buNone/>
              <a:defRPr/>
            </a:lvl5pPr>
            <a:lvl6pPr indent="0" lvl="5" marL="0" marR="0" rtl="0" algn="r">
              <a:buNone/>
              <a:defRPr/>
            </a:lvl6pPr>
            <a:lvl7pPr indent="0" lvl="6" marL="0" marR="0" rtl="0" algn="r">
              <a:buNone/>
              <a:defRPr/>
            </a:lvl7pPr>
            <a:lvl8pPr indent="0" lvl="7" marL="0" marR="0" rtl="0" algn="r">
              <a:buNone/>
              <a:defRPr/>
            </a:lvl8pPr>
            <a:lvl9pPr indent="0" lvl="8" marL="0" marR="0" rtl="0" algn="r">
              <a:buNone/>
              <a:defRPr/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40"/>
              </a:spcBef>
              <a:spcAft>
                <a:spcPts val="0"/>
              </a:spcAft>
              <a:buSzPts val="1400"/>
              <a:buChar char="•"/>
              <a:defRPr/>
            </a:lvl1pPr>
            <a:lvl2pPr indent="-317500" lvl="1" marL="914400" rtl="0">
              <a:spcBef>
                <a:spcPts val="560"/>
              </a:spcBef>
              <a:spcAft>
                <a:spcPts val="0"/>
              </a:spcAft>
              <a:buSzPts val="1400"/>
              <a:buChar char="–"/>
              <a:defRPr/>
            </a:lvl2pPr>
            <a:lvl3pPr indent="-317500" lvl="2" marL="1371600" rtl="0">
              <a:spcBef>
                <a:spcPts val="48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rtl="0">
              <a:spcBef>
                <a:spcPts val="400"/>
              </a:spcBef>
              <a:spcAft>
                <a:spcPts val="0"/>
              </a:spcAft>
              <a:buSzPts val="1400"/>
              <a:buChar char="–"/>
              <a:defRPr/>
            </a:lvl4pPr>
            <a:lvl5pPr indent="-317500" lvl="4" marL="2286000" rtl="0">
              <a:spcBef>
                <a:spcPts val="400"/>
              </a:spcBef>
              <a:spcAft>
                <a:spcPts val="0"/>
              </a:spcAft>
              <a:buSzPts val="1400"/>
              <a:buChar char="»"/>
              <a:defRPr/>
            </a:lvl5pPr>
            <a:lvl6pPr indent="-317500" lvl="5" marL="27432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40"/>
              </a:spcBef>
              <a:spcAft>
                <a:spcPts val="0"/>
              </a:spcAft>
              <a:buSzPts val="1400"/>
              <a:buChar char="•"/>
              <a:defRPr/>
            </a:lvl1pPr>
            <a:lvl2pPr indent="-317500" lvl="1" marL="914400" rtl="0">
              <a:spcBef>
                <a:spcPts val="560"/>
              </a:spcBef>
              <a:spcAft>
                <a:spcPts val="0"/>
              </a:spcAft>
              <a:buSzPts val="1400"/>
              <a:buChar char="–"/>
              <a:defRPr/>
            </a:lvl2pPr>
            <a:lvl3pPr indent="-317500" lvl="2" marL="1371600" rtl="0">
              <a:spcBef>
                <a:spcPts val="48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rtl="0">
              <a:spcBef>
                <a:spcPts val="400"/>
              </a:spcBef>
              <a:spcAft>
                <a:spcPts val="0"/>
              </a:spcAft>
              <a:buSzPts val="1400"/>
              <a:buChar char="–"/>
              <a:defRPr/>
            </a:lvl4pPr>
            <a:lvl5pPr indent="-317500" lvl="4" marL="2286000" rtl="0">
              <a:spcBef>
                <a:spcPts val="400"/>
              </a:spcBef>
              <a:spcAft>
                <a:spcPts val="0"/>
              </a:spcAft>
              <a:buSzPts val="1400"/>
              <a:buChar char="»"/>
              <a:defRPr/>
            </a:lvl5pPr>
            <a:lvl6pPr indent="-317500" lvl="5" marL="27432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/>
            </a:lvl1pPr>
            <a:lvl2pPr indent="0" lvl="1" marL="0" marR="0" rtl="0" algn="r">
              <a:buNone/>
              <a:defRPr/>
            </a:lvl2pPr>
            <a:lvl3pPr indent="0" lvl="2" marL="0" marR="0" rtl="0" algn="r">
              <a:buNone/>
              <a:defRPr/>
            </a:lvl3pPr>
            <a:lvl4pPr indent="0" lvl="3" marL="0" marR="0" rtl="0" algn="r">
              <a:buNone/>
              <a:defRPr/>
            </a:lvl4pPr>
            <a:lvl5pPr indent="0" lvl="4" marL="0" marR="0" rtl="0" algn="r">
              <a:buNone/>
              <a:defRPr/>
            </a:lvl5pPr>
            <a:lvl6pPr indent="0" lvl="5" marL="0" marR="0" rtl="0" algn="r">
              <a:buNone/>
              <a:defRPr/>
            </a:lvl6pPr>
            <a:lvl7pPr indent="0" lvl="6" marL="0" marR="0" rtl="0" algn="r">
              <a:buNone/>
              <a:defRPr/>
            </a:lvl7pPr>
            <a:lvl8pPr indent="0" lvl="7" marL="0" marR="0" rtl="0" algn="r">
              <a:buNone/>
              <a:defRPr/>
            </a:lvl8pPr>
            <a:lvl9pPr indent="0" lvl="8" marL="0" marR="0" rtl="0" algn="r">
              <a:buNone/>
              <a:defRPr/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640"/>
              </a:spcBef>
              <a:spcAft>
                <a:spcPts val="0"/>
              </a:spcAft>
              <a:buSzPts val="1400"/>
              <a:buFont typeface="Calibri"/>
              <a:buNone/>
              <a:defRPr/>
            </a:lvl1pPr>
            <a:lvl2pPr indent="-228600" lvl="1" marL="914400" rtl="0">
              <a:spcBef>
                <a:spcPts val="560"/>
              </a:spcBef>
              <a:spcAft>
                <a:spcPts val="0"/>
              </a:spcAft>
              <a:buSzPts val="1400"/>
              <a:buFont typeface="Calibri"/>
              <a:buNone/>
              <a:defRPr/>
            </a:lvl2pPr>
            <a:lvl3pPr indent="-228600" lvl="2" marL="1371600" rtl="0">
              <a:spcBef>
                <a:spcPts val="480"/>
              </a:spcBef>
              <a:spcAft>
                <a:spcPts val="0"/>
              </a:spcAft>
              <a:buSzPts val="1400"/>
              <a:buFont typeface="Calibri"/>
              <a:buNone/>
              <a:defRPr/>
            </a:lvl3pPr>
            <a:lvl4pPr indent="-228600" lvl="3" marL="18288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4pPr>
            <a:lvl5pPr indent="-228600" lvl="4" marL="22860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5pPr>
            <a:lvl6pPr indent="-228600" lvl="5" marL="27432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6pPr>
            <a:lvl7pPr indent="-228600" lvl="6" marL="32004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7pPr>
            <a:lvl8pPr indent="-228600" lvl="7" marL="36576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8pPr>
            <a:lvl9pPr indent="-228600" lvl="8" marL="41148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40"/>
              </a:spcBef>
              <a:spcAft>
                <a:spcPts val="0"/>
              </a:spcAft>
              <a:buSzPts val="1400"/>
              <a:buChar char="•"/>
              <a:defRPr/>
            </a:lvl1pPr>
            <a:lvl2pPr indent="-317500" lvl="1" marL="914400" rtl="0">
              <a:spcBef>
                <a:spcPts val="560"/>
              </a:spcBef>
              <a:spcAft>
                <a:spcPts val="0"/>
              </a:spcAft>
              <a:buSzPts val="1400"/>
              <a:buChar char="–"/>
              <a:defRPr/>
            </a:lvl2pPr>
            <a:lvl3pPr indent="-317500" lvl="2" marL="1371600" rtl="0">
              <a:spcBef>
                <a:spcPts val="48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rtl="0">
              <a:spcBef>
                <a:spcPts val="400"/>
              </a:spcBef>
              <a:spcAft>
                <a:spcPts val="0"/>
              </a:spcAft>
              <a:buSzPts val="1400"/>
              <a:buChar char="–"/>
              <a:defRPr/>
            </a:lvl4pPr>
            <a:lvl5pPr indent="-317500" lvl="4" marL="2286000" rtl="0">
              <a:spcBef>
                <a:spcPts val="400"/>
              </a:spcBef>
              <a:spcAft>
                <a:spcPts val="0"/>
              </a:spcAft>
              <a:buSzPts val="1400"/>
              <a:buChar char="»"/>
              <a:defRPr/>
            </a:lvl5pPr>
            <a:lvl6pPr indent="-317500" lvl="5" marL="27432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640"/>
              </a:spcBef>
              <a:spcAft>
                <a:spcPts val="0"/>
              </a:spcAft>
              <a:buSzPts val="1400"/>
              <a:buFont typeface="Calibri"/>
              <a:buNone/>
              <a:defRPr/>
            </a:lvl1pPr>
            <a:lvl2pPr indent="-228600" lvl="1" marL="914400" rtl="0">
              <a:spcBef>
                <a:spcPts val="560"/>
              </a:spcBef>
              <a:spcAft>
                <a:spcPts val="0"/>
              </a:spcAft>
              <a:buSzPts val="1400"/>
              <a:buFont typeface="Calibri"/>
              <a:buNone/>
              <a:defRPr/>
            </a:lvl2pPr>
            <a:lvl3pPr indent="-228600" lvl="2" marL="1371600" rtl="0">
              <a:spcBef>
                <a:spcPts val="480"/>
              </a:spcBef>
              <a:spcAft>
                <a:spcPts val="0"/>
              </a:spcAft>
              <a:buSzPts val="1400"/>
              <a:buFont typeface="Calibri"/>
              <a:buNone/>
              <a:defRPr/>
            </a:lvl3pPr>
            <a:lvl4pPr indent="-228600" lvl="3" marL="18288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4pPr>
            <a:lvl5pPr indent="-228600" lvl="4" marL="22860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5pPr>
            <a:lvl6pPr indent="-228600" lvl="5" marL="27432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6pPr>
            <a:lvl7pPr indent="-228600" lvl="6" marL="32004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7pPr>
            <a:lvl8pPr indent="-228600" lvl="7" marL="36576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8pPr>
            <a:lvl9pPr indent="-228600" lvl="8" marL="41148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40"/>
              </a:spcBef>
              <a:spcAft>
                <a:spcPts val="0"/>
              </a:spcAft>
              <a:buSzPts val="1400"/>
              <a:buChar char="•"/>
              <a:defRPr/>
            </a:lvl1pPr>
            <a:lvl2pPr indent="-317500" lvl="1" marL="914400" rtl="0">
              <a:spcBef>
                <a:spcPts val="560"/>
              </a:spcBef>
              <a:spcAft>
                <a:spcPts val="0"/>
              </a:spcAft>
              <a:buSzPts val="1400"/>
              <a:buChar char="–"/>
              <a:defRPr/>
            </a:lvl2pPr>
            <a:lvl3pPr indent="-317500" lvl="2" marL="1371600" rtl="0">
              <a:spcBef>
                <a:spcPts val="48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rtl="0">
              <a:spcBef>
                <a:spcPts val="400"/>
              </a:spcBef>
              <a:spcAft>
                <a:spcPts val="0"/>
              </a:spcAft>
              <a:buSzPts val="1400"/>
              <a:buChar char="–"/>
              <a:defRPr/>
            </a:lvl4pPr>
            <a:lvl5pPr indent="-317500" lvl="4" marL="2286000" rtl="0">
              <a:spcBef>
                <a:spcPts val="400"/>
              </a:spcBef>
              <a:spcAft>
                <a:spcPts val="0"/>
              </a:spcAft>
              <a:buSzPts val="1400"/>
              <a:buChar char="»"/>
              <a:defRPr/>
            </a:lvl5pPr>
            <a:lvl6pPr indent="-317500" lvl="5" marL="27432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/>
            </a:lvl1pPr>
            <a:lvl2pPr indent="0" lvl="1" marL="0" marR="0" rtl="0" algn="r">
              <a:buNone/>
              <a:defRPr/>
            </a:lvl2pPr>
            <a:lvl3pPr indent="0" lvl="2" marL="0" marR="0" rtl="0" algn="r">
              <a:buNone/>
              <a:defRPr/>
            </a:lvl3pPr>
            <a:lvl4pPr indent="0" lvl="3" marL="0" marR="0" rtl="0" algn="r">
              <a:buNone/>
              <a:defRPr/>
            </a:lvl4pPr>
            <a:lvl5pPr indent="0" lvl="4" marL="0" marR="0" rtl="0" algn="r">
              <a:buNone/>
              <a:defRPr/>
            </a:lvl5pPr>
            <a:lvl6pPr indent="0" lvl="5" marL="0" marR="0" rtl="0" algn="r">
              <a:buNone/>
              <a:defRPr/>
            </a:lvl6pPr>
            <a:lvl7pPr indent="0" lvl="6" marL="0" marR="0" rtl="0" algn="r">
              <a:buNone/>
              <a:defRPr/>
            </a:lvl7pPr>
            <a:lvl8pPr indent="0" lvl="7" marL="0" marR="0" rtl="0" algn="r">
              <a:buNone/>
              <a:defRPr/>
            </a:lvl8pPr>
            <a:lvl9pPr indent="0" lvl="8" marL="0" marR="0" rtl="0" algn="r">
              <a:buNone/>
              <a:defRPr/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/>
            </a:lvl1pPr>
            <a:lvl2pPr indent="0" lvl="1" marL="0" marR="0" rtl="0" algn="r">
              <a:buNone/>
              <a:defRPr/>
            </a:lvl2pPr>
            <a:lvl3pPr indent="0" lvl="2" marL="0" marR="0" rtl="0" algn="r">
              <a:buNone/>
              <a:defRPr/>
            </a:lvl3pPr>
            <a:lvl4pPr indent="0" lvl="3" marL="0" marR="0" rtl="0" algn="r">
              <a:buNone/>
              <a:defRPr/>
            </a:lvl4pPr>
            <a:lvl5pPr indent="0" lvl="4" marL="0" marR="0" rtl="0" algn="r">
              <a:buNone/>
              <a:defRPr/>
            </a:lvl5pPr>
            <a:lvl6pPr indent="0" lvl="5" marL="0" marR="0" rtl="0" algn="r">
              <a:buNone/>
              <a:defRPr/>
            </a:lvl6pPr>
            <a:lvl7pPr indent="0" lvl="6" marL="0" marR="0" rtl="0" algn="r">
              <a:buNone/>
              <a:defRPr/>
            </a:lvl7pPr>
            <a:lvl8pPr indent="0" lvl="7" marL="0" marR="0" rtl="0" algn="r">
              <a:buNone/>
              <a:defRPr/>
            </a:lvl8pPr>
            <a:lvl9pPr indent="0" lvl="8" marL="0" marR="0" rtl="0" algn="r">
              <a:buNone/>
              <a:defRPr/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/>
            </a:lvl1pPr>
            <a:lvl2pPr indent="0" lvl="1" marL="0" marR="0" rtl="0" algn="r">
              <a:buNone/>
              <a:defRPr/>
            </a:lvl2pPr>
            <a:lvl3pPr indent="0" lvl="2" marL="0" marR="0" rtl="0" algn="r">
              <a:buNone/>
              <a:defRPr/>
            </a:lvl3pPr>
            <a:lvl4pPr indent="0" lvl="3" marL="0" marR="0" rtl="0" algn="r">
              <a:buNone/>
              <a:defRPr/>
            </a:lvl4pPr>
            <a:lvl5pPr indent="0" lvl="4" marL="0" marR="0" rtl="0" algn="r">
              <a:buNone/>
              <a:defRPr/>
            </a:lvl5pPr>
            <a:lvl6pPr indent="0" lvl="5" marL="0" marR="0" rtl="0" algn="r">
              <a:buNone/>
              <a:defRPr/>
            </a:lvl6pPr>
            <a:lvl7pPr indent="0" lvl="6" marL="0" marR="0" rtl="0" algn="r">
              <a:buNone/>
              <a:defRPr/>
            </a:lvl7pPr>
            <a:lvl8pPr indent="0" lvl="7" marL="0" marR="0" rtl="0" algn="r">
              <a:buNone/>
              <a:defRPr/>
            </a:lvl8pPr>
            <a:lvl9pPr indent="0" lvl="8" marL="0" marR="0" rtl="0" algn="r">
              <a:buNone/>
              <a:defRPr/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40"/>
              </a:spcBef>
              <a:spcAft>
                <a:spcPts val="0"/>
              </a:spcAft>
              <a:buSzPts val="1400"/>
              <a:buChar char="•"/>
              <a:defRPr/>
            </a:lvl1pPr>
            <a:lvl2pPr indent="-317500" lvl="1" marL="914400" rtl="0">
              <a:spcBef>
                <a:spcPts val="560"/>
              </a:spcBef>
              <a:spcAft>
                <a:spcPts val="0"/>
              </a:spcAft>
              <a:buSzPts val="1400"/>
              <a:buChar char="–"/>
              <a:defRPr/>
            </a:lvl2pPr>
            <a:lvl3pPr indent="-317500" lvl="2" marL="1371600" rtl="0">
              <a:spcBef>
                <a:spcPts val="48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rtl="0">
              <a:spcBef>
                <a:spcPts val="400"/>
              </a:spcBef>
              <a:spcAft>
                <a:spcPts val="0"/>
              </a:spcAft>
              <a:buSzPts val="1400"/>
              <a:buChar char="–"/>
              <a:defRPr/>
            </a:lvl4pPr>
            <a:lvl5pPr indent="-317500" lvl="4" marL="2286000" rtl="0">
              <a:spcBef>
                <a:spcPts val="400"/>
              </a:spcBef>
              <a:spcAft>
                <a:spcPts val="0"/>
              </a:spcAft>
              <a:buSzPts val="1400"/>
              <a:buChar char="»"/>
              <a:defRPr/>
            </a:lvl5pPr>
            <a:lvl6pPr indent="-317500" lvl="5" marL="27432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640"/>
              </a:spcBef>
              <a:spcAft>
                <a:spcPts val="0"/>
              </a:spcAft>
              <a:buSzPts val="1400"/>
              <a:buFont typeface="Calibri"/>
              <a:buNone/>
              <a:defRPr/>
            </a:lvl1pPr>
            <a:lvl2pPr indent="-228600" lvl="1" marL="914400" rtl="0">
              <a:spcBef>
                <a:spcPts val="560"/>
              </a:spcBef>
              <a:spcAft>
                <a:spcPts val="0"/>
              </a:spcAft>
              <a:buSzPts val="1400"/>
              <a:buFont typeface="Calibri"/>
              <a:buNone/>
              <a:defRPr/>
            </a:lvl2pPr>
            <a:lvl3pPr indent="-228600" lvl="2" marL="1371600" rtl="0">
              <a:spcBef>
                <a:spcPts val="480"/>
              </a:spcBef>
              <a:spcAft>
                <a:spcPts val="0"/>
              </a:spcAft>
              <a:buSzPts val="1400"/>
              <a:buFont typeface="Calibri"/>
              <a:buNone/>
              <a:defRPr/>
            </a:lvl3pPr>
            <a:lvl4pPr indent="-228600" lvl="3" marL="18288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4pPr>
            <a:lvl5pPr indent="-228600" lvl="4" marL="22860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5pPr>
            <a:lvl6pPr indent="-228600" lvl="5" marL="27432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6pPr>
            <a:lvl7pPr indent="-228600" lvl="6" marL="32004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7pPr>
            <a:lvl8pPr indent="-228600" lvl="7" marL="36576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8pPr>
            <a:lvl9pPr indent="-228600" lvl="8" marL="41148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/>
            </a:lvl1pPr>
            <a:lvl2pPr indent="0" lvl="1" marL="0" marR="0" rtl="0" algn="r">
              <a:buNone/>
              <a:defRPr/>
            </a:lvl2pPr>
            <a:lvl3pPr indent="0" lvl="2" marL="0" marR="0" rtl="0" algn="r">
              <a:buNone/>
              <a:defRPr/>
            </a:lvl3pPr>
            <a:lvl4pPr indent="0" lvl="3" marL="0" marR="0" rtl="0" algn="r">
              <a:buNone/>
              <a:defRPr/>
            </a:lvl4pPr>
            <a:lvl5pPr indent="0" lvl="4" marL="0" marR="0" rtl="0" algn="r">
              <a:buNone/>
              <a:defRPr/>
            </a:lvl5pPr>
            <a:lvl6pPr indent="0" lvl="5" marL="0" marR="0" rtl="0" algn="r">
              <a:buNone/>
              <a:defRPr/>
            </a:lvl6pPr>
            <a:lvl7pPr indent="0" lvl="6" marL="0" marR="0" rtl="0" algn="r">
              <a:buNone/>
              <a:defRPr/>
            </a:lvl7pPr>
            <a:lvl8pPr indent="0" lvl="7" marL="0" marR="0" rtl="0" algn="r">
              <a:buNone/>
              <a:defRPr/>
            </a:lvl8pPr>
            <a:lvl9pPr indent="0" lvl="8" marL="0" marR="0" rtl="0" algn="r">
              <a:buNone/>
              <a:defRPr/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640"/>
              </a:spcBef>
              <a:spcAft>
                <a:spcPts val="0"/>
              </a:spcAft>
              <a:buSzPts val="1400"/>
              <a:buFont typeface="Calibri"/>
              <a:buNone/>
              <a:defRPr/>
            </a:lvl1pPr>
            <a:lvl2pPr indent="-228600" lvl="1" marL="914400" rtl="0">
              <a:spcBef>
                <a:spcPts val="560"/>
              </a:spcBef>
              <a:spcAft>
                <a:spcPts val="0"/>
              </a:spcAft>
              <a:buSzPts val="1400"/>
              <a:buFont typeface="Calibri"/>
              <a:buNone/>
              <a:defRPr/>
            </a:lvl2pPr>
            <a:lvl3pPr indent="-228600" lvl="2" marL="1371600" rtl="0">
              <a:spcBef>
                <a:spcPts val="480"/>
              </a:spcBef>
              <a:spcAft>
                <a:spcPts val="0"/>
              </a:spcAft>
              <a:buSzPts val="1400"/>
              <a:buFont typeface="Calibri"/>
              <a:buNone/>
              <a:defRPr/>
            </a:lvl3pPr>
            <a:lvl4pPr indent="-228600" lvl="3" marL="18288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4pPr>
            <a:lvl5pPr indent="-228600" lvl="4" marL="22860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5pPr>
            <a:lvl6pPr indent="-228600" lvl="5" marL="27432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6pPr>
            <a:lvl7pPr indent="-228600" lvl="6" marL="32004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7pPr>
            <a:lvl8pPr indent="-228600" lvl="7" marL="36576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8pPr>
            <a:lvl9pPr indent="-228600" lvl="8" marL="41148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/>
            </a:lvl1pPr>
            <a:lvl2pPr indent="0" lvl="1" marL="0" marR="0" rtl="0" algn="r">
              <a:buNone/>
              <a:defRPr/>
            </a:lvl2pPr>
            <a:lvl3pPr indent="0" lvl="2" marL="0" marR="0" rtl="0" algn="r">
              <a:buNone/>
              <a:defRPr/>
            </a:lvl3pPr>
            <a:lvl4pPr indent="0" lvl="3" marL="0" marR="0" rtl="0" algn="r">
              <a:buNone/>
              <a:defRPr/>
            </a:lvl4pPr>
            <a:lvl5pPr indent="0" lvl="4" marL="0" marR="0" rtl="0" algn="r">
              <a:buNone/>
              <a:defRPr/>
            </a:lvl5pPr>
            <a:lvl6pPr indent="0" lvl="5" marL="0" marR="0" rtl="0" algn="r">
              <a:buNone/>
              <a:defRPr/>
            </a:lvl6pPr>
            <a:lvl7pPr indent="0" lvl="6" marL="0" marR="0" rtl="0" algn="r">
              <a:buNone/>
              <a:defRPr/>
            </a:lvl7pPr>
            <a:lvl8pPr indent="0" lvl="7" marL="0" marR="0" rtl="0" algn="r">
              <a:buNone/>
              <a:defRPr/>
            </a:lvl8pPr>
            <a:lvl9pPr indent="0" lvl="8" marL="0" marR="0" rtl="0" algn="r">
              <a:buNone/>
              <a:defRPr/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1pPr>
            <a:lvl2pPr indent="-31750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–"/>
              <a:defRPr/>
            </a:lvl2pPr>
            <a:lvl3pPr indent="-317500" lvl="2" marL="13716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3pPr>
            <a:lvl4pPr indent="-317500" lvl="3" marL="1828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–"/>
              <a:defRPr/>
            </a:lvl4pPr>
            <a:lvl5pPr indent="-317500" lvl="4" marL="2286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»"/>
              <a:defRPr/>
            </a:lvl5pPr>
            <a:lvl6pPr indent="-317500" lvl="5" marL="2743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6pPr>
            <a:lvl7pPr indent="-317500" lvl="6" marL="32004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7pPr>
            <a:lvl8pPr indent="-317500" lvl="7" marL="36576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8pPr>
            <a:lvl9pPr indent="-317500" lvl="8" marL="4114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/>
            </a:lvl1pPr>
            <a:lvl2pPr indent="0" lvl="1" marL="0" marR="0" rtl="0" algn="r">
              <a:buNone/>
              <a:defRPr/>
            </a:lvl2pPr>
            <a:lvl3pPr indent="0" lvl="2" marL="0" marR="0" rtl="0" algn="r">
              <a:buNone/>
              <a:defRPr/>
            </a:lvl3pPr>
            <a:lvl4pPr indent="0" lvl="3" marL="0" marR="0" rtl="0" algn="r">
              <a:buNone/>
              <a:defRPr/>
            </a:lvl4pPr>
            <a:lvl5pPr indent="0" lvl="4" marL="0" marR="0" rtl="0" algn="r">
              <a:buNone/>
              <a:defRPr/>
            </a:lvl5pPr>
            <a:lvl6pPr indent="0" lvl="5" marL="0" marR="0" rtl="0" algn="r">
              <a:buNone/>
              <a:defRPr/>
            </a:lvl6pPr>
            <a:lvl7pPr indent="0" lvl="6" marL="0" marR="0" rtl="0" algn="r">
              <a:buNone/>
              <a:defRPr/>
            </a:lvl7pPr>
            <a:lvl8pPr indent="0" lvl="7" marL="0" marR="0" rtl="0" algn="r">
              <a:buNone/>
              <a:defRPr/>
            </a:lvl8pPr>
            <a:lvl9pPr indent="0" lvl="8" marL="0" marR="0" rtl="0" algn="r">
              <a:buNone/>
              <a:defRPr/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1pPr>
            <a:lvl2pPr indent="-31750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–"/>
              <a:defRPr/>
            </a:lvl2pPr>
            <a:lvl3pPr indent="-317500" lvl="2" marL="13716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3pPr>
            <a:lvl4pPr indent="-317500" lvl="3" marL="1828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–"/>
              <a:defRPr/>
            </a:lvl4pPr>
            <a:lvl5pPr indent="-317500" lvl="4" marL="2286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»"/>
              <a:defRPr/>
            </a:lvl5pPr>
            <a:lvl6pPr indent="-317500" lvl="5" marL="2743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6pPr>
            <a:lvl7pPr indent="-317500" lvl="6" marL="32004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7pPr>
            <a:lvl8pPr indent="-317500" lvl="7" marL="36576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8pPr>
            <a:lvl9pPr indent="-317500" lvl="8" marL="4114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/>
            </a:lvl1pPr>
            <a:lvl2pPr indent="0" lvl="1" marL="0" marR="0" rtl="0" algn="r">
              <a:buNone/>
              <a:defRPr/>
            </a:lvl2pPr>
            <a:lvl3pPr indent="0" lvl="2" marL="0" marR="0" rtl="0" algn="r">
              <a:buNone/>
              <a:defRPr/>
            </a:lvl3pPr>
            <a:lvl4pPr indent="0" lvl="3" marL="0" marR="0" rtl="0" algn="r">
              <a:buNone/>
              <a:defRPr/>
            </a:lvl4pPr>
            <a:lvl5pPr indent="0" lvl="4" marL="0" marR="0" rtl="0" algn="r">
              <a:buNone/>
              <a:defRPr/>
            </a:lvl5pPr>
            <a:lvl6pPr indent="0" lvl="5" marL="0" marR="0" rtl="0" algn="r">
              <a:buNone/>
              <a:defRPr/>
            </a:lvl6pPr>
            <a:lvl7pPr indent="0" lvl="6" marL="0" marR="0" rtl="0" algn="r">
              <a:buNone/>
              <a:defRPr/>
            </a:lvl7pPr>
            <a:lvl8pPr indent="0" lvl="7" marL="0" marR="0" rtl="0" algn="r">
              <a:buNone/>
              <a:defRPr/>
            </a:lvl8pPr>
            <a:lvl9pPr indent="0" lvl="8" marL="0" marR="0" rtl="0" algn="r">
              <a:buNone/>
              <a:defRPr/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1pPr>
            <a:lvl2pPr indent="-88900" lvl="1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1pPr>
            <a:lvl2pPr indent="-3175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–"/>
              <a:defRPr/>
            </a:lvl2pPr>
            <a:lvl3pPr indent="-3175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3pPr>
            <a:lvl4pPr indent="-3175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–"/>
              <a:defRPr/>
            </a:lvl4pPr>
            <a:lvl5pPr indent="-3175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»"/>
              <a:defRPr/>
            </a:lvl5pPr>
            <a:lvl6pPr indent="-3175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6pPr>
            <a:lvl7pPr indent="-3175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7pPr>
            <a:lvl8pPr indent="-3175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8pPr>
            <a:lvl9pPr indent="-3175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/>
            </a:lvl1pPr>
            <a:lvl2pPr indent="0" lvl="1" marL="0" marR="0" rtl="0" algn="r">
              <a:buNone/>
              <a:defRPr/>
            </a:lvl2pPr>
            <a:lvl3pPr indent="0" lvl="2" marL="0" marR="0" rtl="0" algn="r">
              <a:buNone/>
              <a:defRPr/>
            </a:lvl3pPr>
            <a:lvl4pPr indent="0" lvl="3" marL="0" marR="0" rtl="0" algn="r">
              <a:buNone/>
              <a:defRPr/>
            </a:lvl4pPr>
            <a:lvl5pPr indent="0" lvl="4" marL="0" marR="0" rtl="0" algn="r">
              <a:buNone/>
              <a:defRPr/>
            </a:lvl5pPr>
            <a:lvl6pPr indent="0" lvl="5" marL="0" marR="0" rtl="0" algn="r">
              <a:buNone/>
              <a:defRPr/>
            </a:lvl6pPr>
            <a:lvl7pPr indent="0" lvl="6" marL="0" marR="0" rtl="0" algn="r">
              <a:buNone/>
              <a:defRPr/>
            </a:lvl7pPr>
            <a:lvl8pPr indent="0" lvl="7" marL="0" marR="0" rtl="0" algn="r">
              <a:buNone/>
              <a:defRPr/>
            </a:lvl8pPr>
            <a:lvl9pPr indent="0" lvl="8" marL="0" marR="0" rtl="0" algn="r">
              <a:buNone/>
              <a:defRPr/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s-ES" sz="5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Primer documento XML</a:t>
            </a:r>
            <a:endParaRPr b="0" i="0" sz="5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</a:pPr>
            <a:r>
              <a:rPr b="0" i="0" lang="es-ES" sz="3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Esteban Álvarez</a:t>
            </a:r>
            <a:endParaRPr b="0" i="0" sz="32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457200" y="274638"/>
            <a:ext cx="8229600" cy="6965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1" lang="es-ES" sz="3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Documento XML simple</a:t>
            </a:r>
            <a:endParaRPr b="1" i="0" sz="3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4"/>
          <p:cNvSpPr txBox="1"/>
          <p:nvPr>
            <p:ph idx="1" type="body"/>
          </p:nvPr>
        </p:nvSpPr>
        <p:spPr>
          <a:xfrm>
            <a:off x="457200" y="1070882"/>
            <a:ext cx="8229600" cy="5541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 el siguiente documento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Guárdalo con la extensión .xml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" name="Google Shape;9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0163" y="1787525"/>
            <a:ext cx="3990975" cy="150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>
            <a:off x="457200" y="274638"/>
            <a:ext cx="8229600" cy="6965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1" lang="es-ES" sz="3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Documento XML simple</a:t>
            </a:r>
            <a:endParaRPr b="1" i="0" sz="3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5"/>
          <p:cNvSpPr txBox="1"/>
          <p:nvPr>
            <p:ph idx="1" type="body"/>
          </p:nvPr>
        </p:nvSpPr>
        <p:spPr>
          <a:xfrm>
            <a:off x="457200" y="1070882"/>
            <a:ext cx="8229600" cy="5541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Abrelo con un navegador web</a:t>
            </a:r>
            <a:endParaRPr/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puede ver: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–"/>
            </a:pP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Código fuente coloreado</a:t>
            </a:r>
            <a:endParaRPr/>
          </a:p>
          <a:p>
            <a:pPr indent="-28575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–"/>
            </a:pP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“H</a:t>
            </a: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ola</a:t>
            </a: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XML!” </a:t>
            </a: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como texto normal</a:t>
            </a:r>
            <a:endParaRPr/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problema es que el navegador </a:t>
            </a:r>
            <a:r>
              <a:rPr b="1"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sabe </a:t>
            </a: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cómo tratar el elemento “algo”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le puede indicar al navegador </a:t>
            </a:r>
            <a:r>
              <a:rPr b="1"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cómo manejar </a:t>
            </a: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 etiqueta añadiendo una hoja de estilo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457200" y="274638"/>
            <a:ext cx="8229600" cy="6965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1" lang="es-ES" sz="3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Documento XML simple</a:t>
            </a:r>
            <a:endParaRPr b="1" i="0" sz="3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6"/>
          <p:cNvSpPr txBox="1"/>
          <p:nvPr>
            <p:ph idx="1" type="body"/>
          </p:nvPr>
        </p:nvSpPr>
        <p:spPr>
          <a:xfrm>
            <a:off x="457200" y="1070882"/>
            <a:ext cx="8229600" cy="5541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primera línea del</a:t>
            </a:r>
            <a:r>
              <a:rPr b="0" i="0" lang="es-E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XML es la </a:t>
            </a:r>
            <a:r>
              <a:rPr b="1" i="0" lang="es-E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declara</a:t>
            </a:r>
            <a:r>
              <a:rPr b="1"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1" i="0" lang="es-E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1"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ó</a:t>
            </a:r>
            <a:r>
              <a:rPr b="1" i="0" lang="es-E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i="0" lang="es-E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endParaRPr/>
          </a:p>
          <a:p>
            <a:pPr indent="0" lvl="1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&lt;?xml version=”1.0”?&gt;</a:t>
            </a:r>
            <a:endParaRPr/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Tiene un atributo version</a:t>
            </a:r>
            <a:r>
              <a:rPr b="0" i="0" lang="es-E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s-E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</a:t>
            </a: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Cuál es la versión actual de XML</a:t>
            </a:r>
            <a:r>
              <a:rPr b="0" i="0" lang="es-E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type="title"/>
          </p:nvPr>
        </p:nvSpPr>
        <p:spPr>
          <a:xfrm>
            <a:off x="457200" y="274638"/>
            <a:ext cx="8229600" cy="6965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1" lang="es-ES" sz="3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Documento XML simple</a:t>
            </a:r>
            <a:endParaRPr b="1" i="0" sz="3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7"/>
          <p:cNvSpPr txBox="1"/>
          <p:nvPr>
            <p:ph idx="1" type="body"/>
          </p:nvPr>
        </p:nvSpPr>
        <p:spPr>
          <a:xfrm>
            <a:off x="457200" y="1070882"/>
            <a:ext cx="8229600" cy="5541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única versión que hay de XML es la 1.0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Este atributo solo existe por si en un futuro hubiese alguna revisión</a:t>
            </a:r>
            <a:endParaRPr/>
          </a:p>
          <a:p>
            <a:pPr indent="0" lvl="0" mar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/>
          <p:nvPr>
            <p:ph type="title"/>
          </p:nvPr>
        </p:nvSpPr>
        <p:spPr>
          <a:xfrm>
            <a:off x="457200" y="274638"/>
            <a:ext cx="8229600" cy="6965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1" lang="es-ES" sz="3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Documento XML simple</a:t>
            </a:r>
            <a:endParaRPr b="1" i="0" sz="3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8"/>
          <p:cNvSpPr txBox="1"/>
          <p:nvPr>
            <p:ph idx="1" type="body"/>
          </p:nvPr>
        </p:nvSpPr>
        <p:spPr>
          <a:xfrm>
            <a:off x="457200" y="1070882"/>
            <a:ext cx="8229600" cy="5541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Observa estas tres líneas: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2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</a:t>
            </a: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</a:t>
            </a: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2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Hola XML!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2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&lt;/</a:t>
            </a: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</a:t>
            </a: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/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Esas líneas son la etiqueta “algo”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 separado</a:t>
            </a:r>
            <a:endParaRPr/>
          </a:p>
          <a:p>
            <a:pPr indent="-28575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–"/>
            </a:pP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</a:t>
            </a: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</a:t>
            </a: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 </a:t>
            </a: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 la etiqueta de apertura</a:t>
            </a:r>
            <a:endParaRPr/>
          </a:p>
          <a:p>
            <a:pPr indent="-28575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–"/>
            </a:pP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&lt;/</a:t>
            </a: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</a:t>
            </a: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 </a:t>
            </a: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 la etiqueta de cierre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–"/>
            </a:pP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Hola XML! </a:t>
            </a: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 el contenido de la etiqueta “algo”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>
            <p:ph type="title"/>
          </p:nvPr>
        </p:nvSpPr>
        <p:spPr>
          <a:xfrm>
            <a:off x="457200" y="274638"/>
            <a:ext cx="8229600" cy="69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1" lang="es-ES" sz="3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Documento XML simple</a:t>
            </a:r>
            <a:endParaRPr b="1" i="0" sz="3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9"/>
          <p:cNvSpPr txBox="1"/>
          <p:nvPr>
            <p:ph idx="1" type="body"/>
          </p:nvPr>
        </p:nvSpPr>
        <p:spPr>
          <a:xfrm>
            <a:off x="457200" y="1070882"/>
            <a:ext cx="8229600" cy="55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Modifica el documento anterior para añadir un atributo a la etiqueta “algo”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